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7572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LoveCode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web para conectar programadores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64592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Óscar Reguera Lozano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DAW · XTART · 2026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❤️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LoveCode?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9601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85800" y="1078992"/>
            <a:ext cx="7818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Tinder, pero para programadores. Te registras, ves los perfiles de otros usuarios y puedes dar like. Si dos personas se dan like a la vez, la app lo detecta y crea un match.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88720" y="2148840"/>
            <a:ext cx="64008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1887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9077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registras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255264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Pones tu nombre,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email y las tecnologías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conoces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32888" y="228600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1D5DB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37560" y="2148840"/>
            <a:ext cx="64008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3375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51760" y="29077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 perfiles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3255264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Aparecen tarjetas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 otros usuarios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 sus datos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81728" y="228600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1D5DB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0" y="2148840"/>
            <a:ext cx="64008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4864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0600" y="29077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like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255264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Pulsas el corazón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 el perfil que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 interesa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30568" y="228600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1D5DB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35240" y="2148840"/>
            <a:ext cx="64008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76352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49440" y="29077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¡Match!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0" y="3255264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 la otra persona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también te dio like,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 app os une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base de datos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Aquí se guarda toda la información. 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8229600" cy="62179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137160" cy="6217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49808" y="13898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67335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Guarda el nombre, email y contraseña de cada persona registrada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084832"/>
            <a:ext cx="8229600" cy="62179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02920" y="2084832"/>
            <a:ext cx="137160" cy="6217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49808" y="21214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tecnologias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240487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Lista de tecnologías disponibles para elegir (Java, Python, SQL...)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816352"/>
            <a:ext cx="8229600" cy="62179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13716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49808" y="285292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usuarios_tecnologias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313639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Relaciona cada usuario con las tecnologías que ha elegido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547872"/>
            <a:ext cx="8229600" cy="62179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02920" y="3547872"/>
            <a:ext cx="137160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49808" y="35844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386791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Anota quién le ha dado like a quién y en qué fecha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279392"/>
            <a:ext cx="8229600" cy="62179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502920" y="4279392"/>
            <a:ext cx="137160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749808" y="43159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459943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 rellena solo cuando dos usuarios se han dado like </a:t>
            </a:r>
            <a:r>
              <a:rPr lang="en-US" sz="1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mútuamente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5120640"/>
            <a:ext cx="8229600" cy="47548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funciona por dentro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 app tiene tres partes que trabajan juntas: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724912" cy="3520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2724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" y="205740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487168"/>
            <a:ext cx="250545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Guarda todo lo que pasa en la app: los usuarios, sus tecnologías, los likes que se dan y los matches que se generan.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Usa MariaDB, que es un programa para guardar datos de forma ordenada en tablas.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0128" y="1325880"/>
            <a:ext cx="2724912" cy="35204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310128" y="1417320"/>
            <a:ext cx="2724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19856" y="205740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19856" y="2487168"/>
            <a:ext cx="250545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Es el cerebro. Cuando el navegador pide algo (registrarse, dar like…) el servidor lo recibe, mira en la base de datos y devuelve la respuesta.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Est hecho en Java con Spring Boot.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3056" y="1325880"/>
            <a:ext cx="2724912" cy="35204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163056" y="1417320"/>
            <a:ext cx="2724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72784" y="205740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web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72784" y="2487168"/>
            <a:ext cx="250545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Es lo que ve el usuario. Las páginas están hechas con HTML y CSS. Cuando pulsas un botón, la página le avisa al servidor sin tener que recargar.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Cuando se produce un match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4023360" cy="3840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58368" y="1097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detecta el match?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3712464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Cuando alguien da like, la base de datos comprueba automáticamente si la otra persona ya le había dado like antes.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 es así, guarda el match en la tabla matches sin que el servidor tenga que hacer nada especial. Esto lo hace lo que se llama un "disparador" (trigger).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entonces avisa a la web y aparece el modal de celebración.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3840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919472" y="1097280"/>
            <a:ext cx="3712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ve el usuario?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19472" y="1572768"/>
            <a:ext cx="3712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 Un aviso en pantalla: «¡Es un Match!»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19472" y="2029968"/>
            <a:ext cx="34747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919472" y="2139696"/>
            <a:ext cx="3712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El nombre de los dos usuarios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19472" y="2596896"/>
            <a:ext cx="34747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919472" y="2706624"/>
            <a:ext cx="3712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Las tecnologías que tenéis en común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19472" y="3163824"/>
            <a:ext cx="34747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919472" y="3273552"/>
            <a:ext cx="3712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La fecha en que se produjo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19472" y="3730752"/>
            <a:ext cx="34747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919472" y="3840480"/>
            <a:ext cx="3712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Un botón para ver la ficha completa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he aprendido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229600" cy="62179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94360" y="1527048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914400" y="136245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655064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Diseñar las tablas, relacionarlas entre sí y hacer que el match se detecte solo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057400"/>
            <a:ext cx="8229600" cy="62179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94360" y="2258568"/>
            <a:ext cx="228600" cy="228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914400" y="20939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(Java)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386584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Crear </a:t>
            </a:r>
            <a:r>
              <a:rPr lang="en-US" sz="1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recibe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clics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habla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con la base de </a:t>
            </a:r>
            <a:r>
              <a:rPr lang="en-US" sz="1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788920"/>
            <a:ext cx="8229600" cy="62179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94360" y="2990088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914400" y="282549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de Marcas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118104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Hacer las páginas web: los formularios, las tarjetas y los botones de la interfaz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520440"/>
            <a:ext cx="8229600" cy="62179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94360" y="3721608"/>
            <a:ext cx="228600" cy="2286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914400" y="355701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Informáticos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849624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Poner en marcha el entorno donde corre la app y gestionar los archivos del sistema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251960"/>
            <a:ext cx="8229600" cy="62179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594360" y="4453128"/>
            <a:ext cx="228600" cy="2286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914400" y="428853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Desarrollo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4581144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Usar Git para guardar los cambios y organizar el código del proyecto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772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LoveCode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88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Óscar Reguera Lozano · 1º DAW · XTART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570</Words>
  <Application>Microsoft Office PowerPoint</Application>
  <PresentationFormat>Presentación en pantalla (16:9)</PresentationFormat>
  <Paragraphs>90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Courier New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bsnsb sb snz</cp:lastModifiedBy>
  <cp:revision>3</cp:revision>
  <dcterms:created xsi:type="dcterms:W3CDTF">2026-05-31T21:38:00Z</dcterms:created>
  <dcterms:modified xsi:type="dcterms:W3CDTF">2026-05-31T21:46:49Z</dcterms:modified>
</cp:coreProperties>
</file>